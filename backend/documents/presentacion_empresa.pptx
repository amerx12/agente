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AmershOp - Tecnología para Todos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Corporativa\n2026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Misión y Visión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Misión:</a:t>
            </a:r>
          </a:p>
          <a:p>
            <a:pPr lvl="1"/>
            <a:r>
              <a:t>Democratizar el acceso a la tecnología de vanguardia ofreciendo productos de alta calidad a precios competitivos con un servicio excepcional.</a:t>
            </a:r>
          </a:p>
          <a:p>
            <a:r>
              <a:t>Visión:</a:t>
            </a:r>
          </a:p>
          <a:p>
            <a:pPr lvl="1"/>
            <a:r>
              <a:t>Ser la plataforma de comercio electrónico líder en productos tecnológicos en América Latina, reconocida por la confianza y satisfacción de sus usuarios.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Valores Corporativos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Innovación constante</a:t>
            </a:r>
          </a:p>
          <a:p>
            <a:pPr/>
            <a:r>
              <a:t>Transparencia total</a:t>
            </a:r>
          </a:p>
          <a:p>
            <a:pPr/>
            <a:r>
              <a:t>Pasión por el cliente</a:t>
            </a:r>
          </a:p>
          <a:p>
            <a:pPr/>
            <a:r>
              <a:t>Calidad garantizada</a:t>
            </a:r>
          </a:p>
          <a:p>
            <a:pPr/>
            <a:r>
              <a:t>Sostenibilidad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Nuestro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Tecnología (Desarrollo y Sistemas)</a:t>
            </a:r>
          </a:p>
          <a:p>
            <a:pPr/>
            <a:r>
              <a:t>Operaciones y Logística</a:t>
            </a:r>
          </a:p>
          <a:p>
            <a:pPr/>
            <a:r>
              <a:t>Atención al Cliente (Soporte 24/7)</a:t>
            </a:r>
          </a:p>
          <a:p>
            <a:pPr/>
            <a:r>
              <a:t>Marketing y Ventas</a:t>
            </a:r>
          </a:p>
          <a:p>
            <a:pPr/>
            <a:r>
              <a:t>Compras y Selección de Producto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Cifras Clave del Último Año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+500,000 pedidos entregados</a:t>
            </a:r>
          </a:p>
          <a:p>
            <a:pPr/>
            <a:r>
              <a:t>+1.2 millones de usuarios activos mensuales</a:t>
            </a:r>
          </a:p>
          <a:p>
            <a:pPr/>
            <a:r>
              <a:t>Catálogo de más de 10,000 productos</a:t>
            </a:r>
          </a:p>
          <a:p>
            <a:pPr/>
            <a:r>
              <a:t>Tasa de satisfacción del cliente: 98%</a:t>
            </a:r>
          </a:p>
          <a:p>
            <a:pPr/>
            <a:r>
              <a:t>Presencia en toda la república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Canales de 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Sitio Web: www.amershop.com</a:t>
            </a:r>
          </a:p>
          <a:p>
            <a:pPr/>
            <a:r>
              <a:t>Correo: corporativo@amershop.com</a:t>
            </a:r>
          </a:p>
          <a:p>
            <a:pPr/>
            <a:r>
              <a:t>Teléfono: 800-AMERSHOP</a:t>
            </a:r>
          </a:p>
          <a:p>
            <a:pPr/>
            <a:r>
              <a:t>Oficinas: Av. Tecnológica 100, Piso 5, Ciudad Central</a:t>
            </a:r>
          </a:p>
          <a:p>
            <a:pPr/>
            <a:r>
              <a:t>Redes Sociales: @amershop_oficial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